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AA3B9-D136-4710-AE6A-F008560DE687}" v="5" dt="2026-09-01T18:12:55.5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mathi Dhinakaran" userId="9ebd848156f8924e" providerId="LiveId" clId="{4D1334E8-6974-48BC-8A95-106B6BE012F8}"/>
    <pc:docChg chg="custSel modSld">
      <pc:chgData name="Srimathi Dhinakaran" userId="9ebd848156f8924e" providerId="LiveId" clId="{4D1334E8-6974-48BC-8A95-106B6BE012F8}" dt="2026-09-01T18:12:55.574" v="10"/>
      <pc:docMkLst>
        <pc:docMk/>
      </pc:docMkLst>
      <pc:sldChg chg="addSp delSp modSp mod delAnim">
        <pc:chgData name="Srimathi Dhinakaran" userId="9ebd848156f8924e" providerId="LiveId" clId="{4D1334E8-6974-48BC-8A95-106B6BE012F8}" dt="2026-09-01T18:12:55.574" v="10"/>
        <pc:sldMkLst>
          <pc:docMk/>
          <pc:sldMk cId="0" sldId="281"/>
        </pc:sldMkLst>
        <pc:picChg chg="add del mod">
          <ac:chgData name="Srimathi Dhinakaran" userId="9ebd848156f8924e" providerId="LiveId" clId="{4D1334E8-6974-48BC-8A95-106B6BE012F8}" dt="2026-09-01T17:48:04.433" v="1"/>
          <ac:picMkLst>
            <pc:docMk/>
            <pc:sldMk cId="0" sldId="281"/>
            <ac:picMk id="2" creationId="{BA237BFC-D644-E34D-061C-96547979175F}"/>
          </ac:picMkLst>
        </pc:picChg>
        <pc:picChg chg="add mod">
          <ac:chgData name="Srimathi Dhinakaran" userId="9ebd848156f8924e" providerId="LiveId" clId="{4D1334E8-6974-48BC-8A95-106B6BE012F8}" dt="2026-09-01T18:12:55.574" v="10"/>
          <ac:picMkLst>
            <pc:docMk/>
            <pc:sldMk cId="0" sldId="281"/>
            <ac:picMk id="2" creationId="{F2E4A7AF-3749-28DE-8E30-2C334A761DFB}"/>
          </ac:picMkLst>
        </pc:picChg>
        <pc:picChg chg="add del mod">
          <ac:chgData name="Srimathi Dhinakaran" userId="9ebd848156f8924e" providerId="LiveId" clId="{4D1334E8-6974-48BC-8A95-106B6BE012F8}" dt="2026-09-01T17:54:01.616" v="3" actId="478"/>
          <ac:picMkLst>
            <pc:docMk/>
            <pc:sldMk cId="0" sldId="281"/>
            <ac:picMk id="3" creationId="{B3AE0F72-4CCF-7BD6-0C67-0298107FE0DD}"/>
          </ac:picMkLst>
        </pc:picChg>
      </pc:sldChg>
      <pc:sldChg chg="addSp delSp modSp mod delAnim">
        <pc:chgData name="Srimathi Dhinakaran" userId="9ebd848156f8924e" providerId="LiveId" clId="{4D1334E8-6974-48BC-8A95-106B6BE012F8}" dt="2026-09-01T18:12:55.574" v="10"/>
        <pc:sldMkLst>
          <pc:docMk/>
          <pc:sldMk cId="0" sldId="290"/>
        </pc:sldMkLst>
        <pc:picChg chg="add del mod">
          <ac:chgData name="Srimathi Dhinakaran" userId="9ebd848156f8924e" providerId="LiveId" clId="{4D1334E8-6974-48BC-8A95-106B6BE012F8}" dt="2026-09-01T17:48:04.433" v="1"/>
          <ac:picMkLst>
            <pc:docMk/>
            <pc:sldMk cId="0" sldId="290"/>
            <ac:picMk id="2" creationId="{150585D5-FE2C-70CB-0B60-9DE9AE6C3195}"/>
          </ac:picMkLst>
        </pc:picChg>
        <pc:picChg chg="add mod">
          <ac:chgData name="Srimathi Dhinakaran" userId="9ebd848156f8924e" providerId="LiveId" clId="{4D1334E8-6974-48BC-8A95-106B6BE012F8}" dt="2026-09-01T18:12:55.574" v="10"/>
          <ac:picMkLst>
            <pc:docMk/>
            <pc:sldMk cId="0" sldId="290"/>
            <ac:picMk id="2" creationId="{1F881C7B-972C-48BA-F028-5906253FE3C3}"/>
          </ac:picMkLst>
        </pc:picChg>
        <pc:picChg chg="add del mod">
          <ac:chgData name="Srimathi Dhinakaran" userId="9ebd848156f8924e" providerId="LiveId" clId="{4D1334E8-6974-48BC-8A95-106B6BE012F8}" dt="2026-09-01T17:54:06.862" v="4" actId="478"/>
          <ac:picMkLst>
            <pc:docMk/>
            <pc:sldMk cId="0" sldId="290"/>
            <ac:picMk id="3" creationId="{CF292467-AB6D-9082-3B98-C28C0D7E3EB9}"/>
          </ac:picMkLst>
        </pc:picChg>
      </pc:sldChg>
      <pc:sldChg chg="addSp delSp modSp mod delAnim">
        <pc:chgData name="Srimathi Dhinakaran" userId="9ebd848156f8924e" providerId="LiveId" clId="{4D1334E8-6974-48BC-8A95-106B6BE012F8}" dt="2026-09-01T18:12:55.574" v="10"/>
        <pc:sldMkLst>
          <pc:docMk/>
          <pc:sldMk cId="0" sldId="291"/>
        </pc:sldMkLst>
        <pc:picChg chg="add del mod">
          <ac:chgData name="Srimathi Dhinakaran" userId="9ebd848156f8924e" providerId="LiveId" clId="{4D1334E8-6974-48BC-8A95-106B6BE012F8}" dt="2026-09-01T17:48:04.433" v="1"/>
          <ac:picMkLst>
            <pc:docMk/>
            <pc:sldMk cId="0" sldId="291"/>
            <ac:picMk id="3" creationId="{A12148EC-66E8-385A-FA09-1F71CB6D42A2}"/>
          </ac:picMkLst>
        </pc:picChg>
        <pc:picChg chg="add del mod">
          <ac:chgData name="Srimathi Dhinakaran" userId="9ebd848156f8924e" providerId="LiveId" clId="{4D1334E8-6974-48BC-8A95-106B6BE012F8}" dt="2026-09-01T18:05:32.009" v="9" actId="478"/>
          <ac:picMkLst>
            <pc:docMk/>
            <pc:sldMk cId="0" sldId="291"/>
            <ac:picMk id="3" creationId="{D2DD5A49-02E7-21BD-86D7-D9D419C1EBEE}"/>
          </ac:picMkLst>
        </pc:picChg>
        <pc:picChg chg="add del mod">
          <ac:chgData name="Srimathi Dhinakaran" userId="9ebd848156f8924e" providerId="LiveId" clId="{4D1334E8-6974-48BC-8A95-106B6BE012F8}" dt="2026-09-01T17:53:54.846" v="2" actId="478"/>
          <ac:picMkLst>
            <pc:docMk/>
            <pc:sldMk cId="0" sldId="291"/>
            <ac:picMk id="4" creationId="{22CEA3C3-5F1B-633B-7B1F-F0545F334E83}"/>
          </ac:picMkLst>
        </pc:picChg>
        <pc:picChg chg="add mod">
          <ac:chgData name="Srimathi Dhinakaran" userId="9ebd848156f8924e" providerId="LiveId" clId="{4D1334E8-6974-48BC-8A95-106B6BE012F8}" dt="2026-09-01T18:12:55.574" v="10"/>
          <ac:picMkLst>
            <pc:docMk/>
            <pc:sldMk cId="0" sldId="291"/>
            <ac:picMk id="4" creationId="{D008983C-6D9D-5ADC-3B05-0577CBDFA8B1}"/>
          </ac:picMkLst>
        </pc:picChg>
      </pc:sldChg>
      <pc:sldChg chg="addSp delSp modSp mod delAnim">
        <pc:chgData name="Srimathi Dhinakaran" userId="9ebd848156f8924e" providerId="LiveId" clId="{4D1334E8-6974-48BC-8A95-106B6BE012F8}" dt="2026-09-01T18:12:55.574" v="10"/>
        <pc:sldMkLst>
          <pc:docMk/>
          <pc:sldMk cId="3753387913" sldId="293"/>
        </pc:sldMkLst>
        <pc:picChg chg="add mod">
          <ac:chgData name="Srimathi Dhinakaran" userId="9ebd848156f8924e" providerId="LiveId" clId="{4D1334E8-6974-48BC-8A95-106B6BE012F8}" dt="2026-09-01T18:12:55.574" v="10"/>
          <ac:picMkLst>
            <pc:docMk/>
            <pc:sldMk cId="3753387913" sldId="293"/>
            <ac:picMk id="2" creationId="{A4A34559-2F41-9D7D-0F5A-7CAADA037256}"/>
          </ac:picMkLst>
        </pc:picChg>
        <pc:picChg chg="add del mod">
          <ac:chgData name="Srimathi Dhinakaran" userId="9ebd848156f8924e" providerId="LiveId" clId="{4D1334E8-6974-48BC-8A95-106B6BE012F8}" dt="2026-09-01T17:48:04.433" v="1"/>
          <ac:picMkLst>
            <pc:docMk/>
            <pc:sldMk cId="3753387913" sldId="293"/>
            <ac:picMk id="2" creationId="{B829539D-0D34-1DFF-FA1F-5DE684B49FD2}"/>
          </ac:picMkLst>
        </pc:picChg>
        <pc:picChg chg="add del mod">
          <ac:chgData name="Srimathi Dhinakaran" userId="9ebd848156f8924e" providerId="LiveId" clId="{4D1334E8-6974-48BC-8A95-106B6BE012F8}" dt="2026-09-01T17:54:11.966" v="5" actId="478"/>
          <ac:picMkLst>
            <pc:docMk/>
            <pc:sldMk cId="3753387913" sldId="293"/>
            <ac:picMk id="3" creationId="{7C0EAC73-4BBC-046E-A355-DED2E30A583B}"/>
          </ac:picMkLst>
        </pc:picChg>
      </pc:sldChg>
      <pc:sldChg chg="addSp delSp modSp mod delAnim">
        <pc:chgData name="Srimathi Dhinakaran" userId="9ebd848156f8924e" providerId="LiveId" clId="{4D1334E8-6974-48BC-8A95-106B6BE012F8}" dt="2026-09-01T18:12:55.574" v="10"/>
        <pc:sldMkLst>
          <pc:docMk/>
          <pc:sldMk cId="2997144140" sldId="294"/>
        </pc:sldMkLst>
        <pc:picChg chg="add del mod">
          <ac:chgData name="Srimathi Dhinakaran" userId="9ebd848156f8924e" providerId="LiveId" clId="{4D1334E8-6974-48BC-8A95-106B6BE012F8}" dt="2026-09-01T17:48:04.433" v="1"/>
          <ac:picMkLst>
            <pc:docMk/>
            <pc:sldMk cId="2997144140" sldId="294"/>
            <ac:picMk id="2" creationId="{36BFCDA2-F3DD-B35D-6175-29BBB6FC13FD}"/>
          </ac:picMkLst>
        </pc:picChg>
        <pc:picChg chg="add mod">
          <ac:chgData name="Srimathi Dhinakaran" userId="9ebd848156f8924e" providerId="LiveId" clId="{4D1334E8-6974-48BC-8A95-106B6BE012F8}" dt="2026-09-01T18:12:55.574" v="10"/>
          <ac:picMkLst>
            <pc:docMk/>
            <pc:sldMk cId="2997144140" sldId="294"/>
            <ac:picMk id="2" creationId="{B193C6BF-BB2F-E1D1-1734-A82C22FA54C5}"/>
          </ac:picMkLst>
        </pc:picChg>
        <pc:picChg chg="add del mod">
          <ac:chgData name="Srimathi Dhinakaran" userId="9ebd848156f8924e" providerId="LiveId" clId="{4D1334E8-6974-48BC-8A95-106B6BE012F8}" dt="2026-09-01T17:54:16.872" v="6" actId="478"/>
          <ac:picMkLst>
            <pc:docMk/>
            <pc:sldMk cId="2997144140" sldId="294"/>
            <ac:picMk id="3" creationId="{DE3D4EE2-D178-45E6-95D2-98326ECAEE01}"/>
          </ac:picMkLst>
        </pc:picChg>
      </pc:sldChg>
      <pc:sldChg chg="addSp delSp modSp mod delAnim">
        <pc:chgData name="Srimathi Dhinakaran" userId="9ebd848156f8924e" providerId="LiveId" clId="{4D1334E8-6974-48BC-8A95-106B6BE012F8}" dt="2026-09-01T18:12:55.574" v="10"/>
        <pc:sldMkLst>
          <pc:docMk/>
          <pc:sldMk cId="3916788613" sldId="296"/>
        </pc:sldMkLst>
        <pc:picChg chg="add mod">
          <ac:chgData name="Srimathi Dhinakaran" userId="9ebd848156f8924e" providerId="LiveId" clId="{4D1334E8-6974-48BC-8A95-106B6BE012F8}" dt="2026-09-01T18:12:55.574" v="10"/>
          <ac:picMkLst>
            <pc:docMk/>
            <pc:sldMk cId="3916788613" sldId="296"/>
            <ac:picMk id="2" creationId="{104BF393-7ADE-7BAB-C8BC-C65CC6CF8B05}"/>
          </ac:picMkLst>
        </pc:picChg>
        <pc:picChg chg="add del mod">
          <ac:chgData name="Srimathi Dhinakaran" userId="9ebd848156f8924e" providerId="LiveId" clId="{4D1334E8-6974-48BC-8A95-106B6BE012F8}" dt="2026-09-01T17:48:04.433" v="1"/>
          <ac:picMkLst>
            <pc:docMk/>
            <pc:sldMk cId="3916788613" sldId="296"/>
            <ac:picMk id="2" creationId="{CE6C90E9-F298-34BC-8C68-3D2CA3B97FDE}"/>
          </ac:picMkLst>
        </pc:picChg>
        <pc:picChg chg="add del mod">
          <ac:chgData name="Srimathi Dhinakaran" userId="9ebd848156f8924e" providerId="LiveId" clId="{4D1334E8-6974-48BC-8A95-106B6BE012F8}" dt="2026-09-01T17:55:07.157" v="7" actId="478"/>
          <ac:picMkLst>
            <pc:docMk/>
            <pc:sldMk cId="3916788613" sldId="296"/>
            <ac:picMk id="3" creationId="{62F56ADC-284A-D0E1-EDEF-0A2E2ABDC84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32980574/" TargetMode="External"/><Relationship Id="rId3" Type="http://schemas.openxmlformats.org/officeDocument/2006/relationships/slideLayout" Target="../slideLayouts/slideLayout2.xml"/><Relationship Id="rId7" Type="http://schemas.openxmlformats.org/officeDocument/2006/relationships/hyperlink" Target="https://pubmed.ncbi.nlm.nih.gov/40073511/" TargetMode="Externa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hyperlink" Target="https://pubmed.ncbi.nlm.nih.gov/35266877/" TargetMode="External"/><Relationship Id="rId11" Type="http://schemas.openxmlformats.org/officeDocument/2006/relationships/image" Target="../media/image3.png"/><Relationship Id="rId5" Type="http://schemas.openxmlformats.org/officeDocument/2006/relationships/hyperlink" Target="https://www.who.int/news-room/fact-sheets/detail/dementia" TargetMode="External"/><Relationship Id="rId10" Type="http://schemas.openxmlformats.org/officeDocument/2006/relationships/image" Target="../media/image2.png"/><Relationship Id="rId4" Type="http://schemas.openxmlformats.org/officeDocument/2006/relationships/notesSlide" Target="../notesSlides/notesSlide5.xml"/><Relationship Id="rId9" Type="http://schemas.openxmlformats.org/officeDocument/2006/relationships/hyperlink" Target="https://www.who.int/publications/i/item/978924012355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726" y="1325089"/>
            <a:ext cx="5924550" cy="4716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SIH26003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Cognitive Gaming and Memory Assistance Platform for Elderly Dementia Patients in North Eastern Region (NER)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MedTech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BioTech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HealthTech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(Registered on portal) -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MemoMate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  <a:extLst>
              <a:ext uri="{FF2B5EF4-FFF2-40B4-BE49-F238E27FC236}">
                <a16:creationId xmlns:a16="http://schemas.microsoft.com/office/drawing/2014/main" id="{D008983C-6D9D-5ADC-3B05-0577CBDFA8B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626"/>
    </mc:Choice>
    <mc:Fallback>
      <p:transition spd="slow" advTm="40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94458" y="34962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COGNITIVE CARE SYSTEM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5204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96875"/>
            <a:r>
              <a:rPr lang="en-US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Personalized cognitive games for elderly dementia patients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Tracks memory, attention, recall and reaction performance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 identifies weak cognitive areas from game scores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Automatically adapts game type and difficulty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Creates a personalized cognitive training pathway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Caregiver dashboard shows progress and performance trends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MemoMate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F2E4A7AF-3749-28DE-8E30-2C334A761D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877"/>
    </mc:Choice>
    <mc:Fallback>
      <p:transition spd="slow" advTm="638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38413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997863"/>
            <a:ext cx="9385300" cy="2951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Frontend: React.js / HTML / CSS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Backend: Python Flask /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Database: MySQL / Firebase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ML: Decision Tree / Random Forest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Input: Cognitive game scores and session history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Process: Play → Record → Analyse → Personalize → Repeat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Output: Cognitive status, weak-area detection and adaptive next activity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MemoMate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1F881C7B-972C-48BA-F028-5906253FE3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9759"/>
    </mc:Choice>
    <mc:Fallback>
      <p:transition spd="slow" advTm="10975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23510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022624"/>
            <a:ext cx="9385300" cy="2951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Software-only solution; no special hardware required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simple web-based cognitive games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ML model can work with structured/tabular data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Prototype can be developed with open-source technologies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 challenge: Limited and varied patient data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Solution: Start with validated cognitive-score datasets and controlled pilot testing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Privacy: Store minimum patient information and protect access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MemoMate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A4A34559-2F41-9D7D-0F5A-7CAADA0372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397"/>
    </mc:Choice>
    <mc:Fallback>
      <p:transition spd="slow" advTm="2139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36385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869210"/>
            <a:ext cx="9385300" cy="2951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accessible cognitive support for elderly users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Personalizes activities according to individual performance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Helps caregivers monitor changes over time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Encourages regular cognitive engagement through games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dependence on fixed one-size-fits-all activities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Supports early identification of declining performance</a:t>
            </a:r>
          </a:p>
          <a:p>
            <a:pPr marL="91440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Can be expanded to regional-language interfaces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MemoMate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B193C6BF-BB2F-E1D1-1734-A82C22FA54C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948"/>
    </mc:Choice>
    <mc:Fallback>
      <p:transition spd="slow" advTm="2094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87680" y="44592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161217"/>
            <a:ext cx="93853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dirty="0"/>
              <a:t>• World Health Organization – Dementia</a:t>
            </a:r>
            <a:br>
              <a:rPr lang="en-IN" dirty="0"/>
            </a:br>
            <a:r>
              <a:rPr lang="en-IN" dirty="0">
                <a:hlinkClick r:id="rId5"/>
              </a:rPr>
              <a:t>https://www.who.int/news-room/fact-sheets/detail/dementia</a:t>
            </a:r>
            <a:endParaRPr lang="en-IN" dirty="0"/>
          </a:p>
          <a:p>
            <a:r>
              <a:rPr lang="en-IN" dirty="0"/>
              <a:t>• PubMed – Effectiveness and Safety of Serious Games for Improving Cognitive Abilities Among Elderly People With Cognitive Impairment</a:t>
            </a:r>
            <a:br>
              <a:rPr lang="en-IN" dirty="0"/>
            </a:br>
            <a:r>
              <a:rPr lang="en-IN" dirty="0">
                <a:hlinkClick r:id="rId6"/>
              </a:rPr>
              <a:t>https://pubmed.ncbi.nlm.nih.gov/35266877/</a:t>
            </a:r>
            <a:endParaRPr lang="en-IN" dirty="0"/>
          </a:p>
          <a:p>
            <a:r>
              <a:rPr lang="en-IN" dirty="0"/>
              <a:t>• PubMed – Efficacy of Digital Therapeutic Applications for Cognitive Training Among Older Adults With MCI or Dementia</a:t>
            </a:r>
            <a:br>
              <a:rPr lang="en-IN" dirty="0"/>
            </a:br>
            <a:r>
              <a:rPr lang="en-IN" dirty="0">
                <a:hlinkClick r:id="rId7"/>
              </a:rPr>
              <a:t>https://pubmed.ncbi.nlm.nih.gov/40073511/</a:t>
            </a:r>
            <a:endParaRPr lang="en-IN" dirty="0"/>
          </a:p>
          <a:p>
            <a:r>
              <a:rPr lang="en-IN" dirty="0"/>
              <a:t>• PubMed – Game-Based Brain Training for Improving Cognitive Function in Older Adults</a:t>
            </a:r>
            <a:br>
              <a:rPr lang="en-IN" dirty="0"/>
            </a:br>
            <a:r>
              <a:rPr lang="en-IN" dirty="0">
                <a:hlinkClick r:id="rId8"/>
              </a:rPr>
              <a:t>https://pubmed.ncbi.nlm.nih.gov/32980574/</a:t>
            </a:r>
            <a:endParaRPr lang="en-IN" dirty="0"/>
          </a:p>
          <a:p>
            <a:r>
              <a:rPr lang="en-IN" dirty="0"/>
              <a:t>• WHO – Risk Reduction of Cognitive Decline and Dementia: Second Edition</a:t>
            </a:r>
            <a:br>
              <a:rPr lang="en-IN" dirty="0"/>
            </a:br>
            <a:r>
              <a:rPr lang="en-IN" dirty="0">
                <a:hlinkClick r:id="rId9"/>
              </a:rPr>
              <a:t>https://www.who.int/publications/i/item/9789240123557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MemoMate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Audio 1">
            <a:hlinkClick r:id="" action="ppaction://media"/>
            <a:extLst>
              <a:ext uri="{FF2B5EF4-FFF2-40B4-BE49-F238E27FC236}">
                <a16:creationId xmlns:a16="http://schemas.microsoft.com/office/drawing/2014/main" id="{104BF393-7ADE-7BAB-C8BC-C65CC6CF8B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rcRect l="-262704" t="-125896" r="-262704" b="-125896"/>
          <a:stretch>
            <a:fillRect/>
          </a:stretch>
        </p:blipFill>
        <p:spPr>
          <a:xfrm>
            <a:off x="9144000" y="5143500"/>
            <a:ext cx="30480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706"/>
    </mc:Choice>
    <mc:Fallback>
      <p:transition spd="slow" advTm="177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7536</TotalTime>
  <Words>483</Words>
  <Application>Microsoft Office PowerPoint</Application>
  <PresentationFormat>Widescreen</PresentationFormat>
  <Paragraphs>68</Paragraphs>
  <Slides>6</Slides>
  <Notes>5</Notes>
  <HiddenSlides>0</HiddenSlides>
  <MMClips>6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SMART INDIA HACKATHON 2026</vt:lpstr>
      <vt:lpstr> ADAPTIVE COGNITIVE CARE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Srimathi Dhinakaran</cp:lastModifiedBy>
  <cp:revision>150</cp:revision>
  <dcterms:created xsi:type="dcterms:W3CDTF">2013-12-12T18:46:50Z</dcterms:created>
  <dcterms:modified xsi:type="dcterms:W3CDTF">2026-09-01T18:13:04Z</dcterms:modified>
  <cp:category/>
</cp:coreProperties>
</file>